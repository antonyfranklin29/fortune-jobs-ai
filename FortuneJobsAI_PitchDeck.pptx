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D4A843">
              <a:alpha val="10000"/>
            </a:srgbClr>
          </a:solidFill>
          <a:ln w="12700">
            <a:solidFill>
              <a:srgbClr val="D4A84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D4A843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D4A843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✦  AI-POWERED JOB MATCHING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Fortune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 AI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Dream Job in Seconds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965"/>
                </a:solidFill>
              </a:rPr>
              <a:t>Built by Franklin Antony  ·  fortunejobsai.framer.ai  ·  Zero Coding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hunting is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broken.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2606040" cy="192024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834640"/>
            <a:ext cx="54864" cy="19202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C965"/>
                </a:solidFill>
              </a:rPr>
              <a:t>Endless Scrolling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2219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Sifting through hundreds of irrelevant listings wastes hours every day.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2834640"/>
            <a:ext cx="2606040" cy="192024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834640"/>
            <a:ext cx="54864" cy="19202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C965"/>
                </a:solidFill>
              </a:rPr>
              <a:t>No Context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82219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Job boards show salary ranges and titles — but not WHY a job fits you.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834640"/>
            <a:ext cx="2606040" cy="192024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834640"/>
            <a:ext cx="54864" cy="19202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C965"/>
                </a:solidFill>
              </a:rPr>
              <a:t>Time Lost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82219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Average job seeker spends 11 hours/week just searching — not applying.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search.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Perfect match.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Instantly.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Type any job title. Our AI scrapes thousands of real jobs from Indeed, evaluates each one, and delivers your best match — with salary, location, match score, and a direct Apply Now link.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74320"/>
            <a:ext cx="393192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37760" y="2880360"/>
            <a:ext cx="1188720" cy="822960"/>
          </a:xfrm>
          <a:prstGeom prst="rect">
            <a:avLst>
              <a:gd name="adj" fmla="val 5556"/>
            </a:avLst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29077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1000+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937760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Jobs Scraped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263640" y="2880360"/>
            <a:ext cx="1188720" cy="822960"/>
          </a:xfrm>
          <a:prstGeom prst="rect">
            <a:avLst>
              <a:gd name="adj" fmla="val 5556"/>
            </a:avLst>
          </a:prstGeom>
          <a:solidFill>
            <a:srgbClr val="D4A843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29077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30s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263640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Result Time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589520" y="2880360"/>
            <a:ext cx="1188720" cy="822960"/>
          </a:xfrm>
          <a:prstGeom prst="rect">
            <a:avLst>
              <a:gd name="adj" fmla="val 5556"/>
            </a:avLst>
          </a:prstGeom>
          <a:solidFill>
            <a:srgbClr val="D4A843"/>
          </a:solidFill>
          <a:ln/>
        </p:spPr>
      </p:sp>
      <p:sp>
        <p:nvSpPr>
          <p:cNvPr id="14" name="Text 11"/>
          <p:cNvSpPr/>
          <p:nvPr/>
        </p:nvSpPr>
        <p:spPr>
          <a:xfrm>
            <a:off x="7589520" y="29077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589520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Best Match Score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7-Step AI Pipeline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08760"/>
            <a:ext cx="502920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1508760"/>
            <a:ext cx="3291840" cy="34747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0" y="1508760"/>
            <a:ext cx="45720" cy="3474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0" y="1508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1  Webhook receives job search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577840" y="1901952"/>
            <a:ext cx="329184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7"/>
          <p:cNvSpPr/>
          <p:nvPr/>
        </p:nvSpPr>
        <p:spPr>
          <a:xfrm>
            <a:off x="5577840" y="1901952"/>
            <a:ext cx="45720" cy="3474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0" y="19019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2  Claude AI extracts clean title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77840" y="2295144"/>
            <a:ext cx="3291840" cy="34747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3" name="Shape 10"/>
          <p:cNvSpPr/>
          <p:nvPr/>
        </p:nvSpPr>
        <p:spPr>
          <a:xfrm>
            <a:off x="5577840" y="2295144"/>
            <a:ext cx="45720" cy="3474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0" y="22951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3  Apify scrapes Indeed (real-time)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577840" y="2688336"/>
            <a:ext cx="329184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3"/>
          <p:cNvSpPr/>
          <p:nvPr/>
        </p:nvSpPr>
        <p:spPr>
          <a:xfrm>
            <a:off x="5577840" y="2688336"/>
            <a:ext cx="45720" cy="3474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0" y="26883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4  Sleep 10s — data loads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577840" y="3081528"/>
            <a:ext cx="3291840" cy="34747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9" name="Shape 16"/>
          <p:cNvSpPr/>
          <p:nvPr/>
        </p:nvSpPr>
        <p:spPr>
          <a:xfrm>
            <a:off x="5577840" y="3081528"/>
            <a:ext cx="45720" cy="3474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7"/>
          <p:cNvSpPr/>
          <p:nvPr/>
        </p:nvSpPr>
        <p:spPr>
          <a:xfrm>
            <a:off x="5715000" y="30815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5  1000 job listings retrieved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577840" y="3474720"/>
            <a:ext cx="329184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19"/>
          <p:cNvSpPr/>
          <p:nvPr/>
        </p:nvSpPr>
        <p:spPr>
          <a:xfrm>
            <a:off x="5577840" y="3474720"/>
            <a:ext cx="45720" cy="3474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0"/>
          <p:cNvSpPr/>
          <p:nvPr/>
        </p:nvSpPr>
        <p:spPr>
          <a:xfrm>
            <a:off x="5715000" y="34747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6  JSON Parser splits fields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577840" y="3867912"/>
            <a:ext cx="3291840" cy="34747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25" name="Shape 22"/>
          <p:cNvSpPr/>
          <p:nvPr/>
        </p:nvSpPr>
        <p:spPr>
          <a:xfrm>
            <a:off x="5577840" y="3867912"/>
            <a:ext cx="45720" cy="3474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0" y="3867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7  Claude picks best match → Supabase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the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AI tools.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2148840"/>
            <a:ext cx="4114800" cy="7315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14884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2203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Claude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2532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Job title extraction + best match selection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4114800" cy="7315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017520"/>
            <a:ext cx="54864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Apify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3401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Real-time Indeed scraping (1000 jobs)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4114800" cy="7315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886200"/>
            <a:ext cx="54864" cy="73152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941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Make.com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4270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7-step automation pipeline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48840"/>
            <a:ext cx="4114800" cy="7315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148840"/>
            <a:ext cx="54864" cy="731520"/>
          </a:xfrm>
          <a:prstGeom prst="rect">
            <a:avLst/>
          </a:prstGeom>
          <a:solidFill>
            <a:srgbClr val="1DB584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2203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Supabase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9472" y="2532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PostgreSQL database for job_matches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114800" cy="7315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017520"/>
            <a:ext cx="54864" cy="731520"/>
          </a:xfrm>
          <a:prstGeom prst="rect">
            <a:avLst/>
          </a:prstGeom>
          <a:solidFill>
            <a:srgbClr val="0099FF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Framer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19472" y="3401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Beautiful navy + gold frontend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886200"/>
            <a:ext cx="4114800" cy="7315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886200"/>
            <a:ext cx="54864" cy="731520"/>
          </a:xfrm>
          <a:prstGeom prst="rect">
            <a:avLst/>
          </a:prstGeom>
          <a:solidFill>
            <a:srgbClr val="24292F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3941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 Pages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19472" y="4270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Hosts search webhook logic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</a:rPr>
              <a:t>LIVE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jobs. Real companies.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AI matching.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82880"/>
            <a:ext cx="429768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2286000"/>
            <a:ext cx="3931920" cy="43891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2286000"/>
            <a:ext cx="594360" cy="43891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228600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97%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2313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Analyst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51560" y="252374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UC San Francisco  ·  $34–$74/hr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2788920"/>
            <a:ext cx="3931920" cy="43891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2788920"/>
            <a:ext cx="594360" cy="43891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78892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94%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51560" y="2816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Sr. Customer Insights Analyst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51560" y="30266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Amazon  ·  $130K–$202K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" y="3291840"/>
            <a:ext cx="3931920" cy="43891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7" name="Shape 14"/>
          <p:cNvSpPr/>
          <p:nvPr/>
        </p:nvSpPr>
        <p:spPr>
          <a:xfrm>
            <a:off x="365760" y="3291840"/>
            <a:ext cx="594360" cy="43891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329184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91%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51560" y="33192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Analytical Lead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51560" y="352958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YouTube  ·  $153K–$222K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3794760"/>
            <a:ext cx="3931920" cy="43891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794760"/>
            <a:ext cx="594360" cy="43891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79476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89%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51560" y="38221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Marketing Manager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051560" y="403250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Sysco  ·  $75K–$95K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65760" y="4297680"/>
            <a:ext cx="3931920" cy="43891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27" name="Shape 24"/>
          <p:cNvSpPr/>
          <p:nvPr/>
        </p:nvSpPr>
        <p:spPr>
          <a:xfrm>
            <a:off x="365760" y="4297680"/>
            <a:ext cx="594360" cy="43891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5"/>
          <p:cNvSpPr/>
          <p:nvPr/>
        </p:nvSpPr>
        <p:spPr>
          <a:xfrm>
            <a:off x="365760" y="429768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85%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51560" y="43251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Software Engineer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051560" y="453542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Google  ·  $120K–$180K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</a:rPr>
              <a:t>SMART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speed.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precision.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2697480" cy="11887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103120"/>
            <a:ext cx="54864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" y="26334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965"/>
                </a:solidFill>
              </a:rPr>
              <a:t>Auto-Polling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926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Checks Supabase every 20 seconds — no refresh needed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2103120"/>
            <a:ext cx="2697480" cy="11887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2103120"/>
            <a:ext cx="54864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10712" y="26334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965"/>
                </a:solidFill>
              </a:rPr>
              <a:t>Smart Filtering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10712" y="2926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Only shows results from your current search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103120"/>
            <a:ext cx="2697480" cy="11887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103120"/>
            <a:ext cx="54864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91072" y="26334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965"/>
                </a:solidFill>
              </a:rPr>
              <a:t>Score Sorted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1072" y="2926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Highest match scores appear first, always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2697480" cy="11887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74720"/>
            <a:ext cx="54864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84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0352" y="4005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965"/>
                </a:solidFill>
              </a:rPr>
              <a:t>Zero Login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4297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Free to use instantly — no account required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474720"/>
            <a:ext cx="2697480" cy="11887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474720"/>
            <a:ext cx="54864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3410712" y="3584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410712" y="4005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965"/>
                </a:solidFill>
              </a:rPr>
              <a:t>Real Companies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10712" y="4297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Live scraping from Indeed — not a cached database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474720"/>
            <a:ext cx="2697480" cy="11887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474720"/>
            <a:ext cx="54864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3584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291072" y="4005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965"/>
                </a:solidFill>
              </a:rPr>
              <a:t>Direct Apply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91072" y="4297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One-click Apply Now links straight to Indeed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</a:rPr>
              <a:t>PROBLEMS SOLVED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bug crushed.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blocker cleared.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2148840"/>
            <a:ext cx="4206240" cy="77724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</a:rPr>
              <a:t>✗ NULL values in database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551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</a:rPr>
              <a:t>✓ Added JSON Parser step to pipeline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2148840"/>
            <a:ext cx="4206240" cy="77724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</a:rPr>
              <a:t>✗ Claude returning JSON with backticks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37760" y="2551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</a:rPr>
              <a:t>✓ Prompt engineered to return raw JSON only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4206240" cy="77724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27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</a:rPr>
              <a:t>✗ Apify returning no results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465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</a:rPr>
              <a:t>✓ Switched to defaultDatasetId from Step 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3063240"/>
            <a:ext cx="4206240" cy="77724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127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</a:rPr>
              <a:t>✗ Website showing 'Still Processing'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3465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</a:rPr>
              <a:t>✓ Built smart auto-polling every 20 seconds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4206240" cy="77724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041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</a:rPr>
              <a:t>✗ Make.com not triggering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379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</a:rPr>
              <a:t>✓ Enabled 'Immediately as data arrives' toggle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977640"/>
            <a:ext cx="4206240" cy="77724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4041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</a:rPr>
              <a:t>✗ Apify sync error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4379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</a:rPr>
              <a:t>✓ Changed Run synchronously to Yes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</a:rPr>
              <a:t>LIVE DATABASE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 records. Real matches.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database.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74320"/>
            <a:ext cx="45720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2286000"/>
            <a:ext cx="1234440" cy="91440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2286000"/>
            <a:ext cx="123444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24231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9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65760" y="28346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Job Records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37360" y="2286000"/>
            <a:ext cx="1234440" cy="91440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1" name="Shape 8"/>
          <p:cNvSpPr/>
          <p:nvPr/>
        </p:nvSpPr>
        <p:spPr>
          <a:xfrm>
            <a:off x="1737360" y="2286000"/>
            <a:ext cx="123444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9"/>
          <p:cNvSpPr/>
          <p:nvPr/>
        </p:nvSpPr>
        <p:spPr>
          <a:xfrm>
            <a:off x="1737360" y="24231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9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737360" y="28346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Data Fields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08960" y="2286000"/>
            <a:ext cx="1234440" cy="91440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5" name="Shape 12"/>
          <p:cNvSpPr/>
          <p:nvPr/>
        </p:nvSpPr>
        <p:spPr>
          <a:xfrm>
            <a:off x="3108960" y="2286000"/>
            <a:ext cx="123444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3"/>
          <p:cNvSpPr/>
          <p:nvPr/>
        </p:nvSpPr>
        <p:spPr>
          <a:xfrm>
            <a:off x="3108960" y="24231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9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108960" y="28346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Real Company Data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6576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Fields stored per job: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3730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C965"/>
                </a:solidFill>
              </a:rPr>
              <a:t>job_title  ·  company  ·  location  ·  salary  ·  apply_url  ·  match_reason  ·  match_score  ·  created_at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</a:rPr>
              <a:t>CURRENT 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is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live. Now.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4206240" cy="43891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1945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Live Website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2276856"/>
            <a:ext cx="1188720" cy="27432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22768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LIVE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2724912"/>
            <a:ext cx="4206240" cy="43891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249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Make.com Pipeline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807208"/>
            <a:ext cx="1188720" cy="27432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807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LIVE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4206240" cy="43891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25526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Claude AI Matching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3337560"/>
            <a:ext cx="1188720" cy="27432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LIVE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785616"/>
            <a:ext cx="4206240" cy="43891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78561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Apify Scraping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3867912"/>
            <a:ext cx="1188720" cy="27432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38679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LIVE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4315968"/>
            <a:ext cx="4206240" cy="43891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31596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Supabase Database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4398264"/>
            <a:ext cx="1188720" cy="27432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4398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LIVE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2194560"/>
            <a:ext cx="4206240" cy="43891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1945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GitHub Repository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80960" y="2276856"/>
            <a:ext cx="1188720" cy="27432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22768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PUBLISHED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2724912"/>
            <a:ext cx="4206240" cy="43891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7249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LinkedIn Post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80960" y="2807208"/>
            <a:ext cx="1188720" cy="27432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2807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PUBLISHED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3255264"/>
            <a:ext cx="4206240" cy="43891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25526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Auto-polling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80960" y="3337560"/>
            <a:ext cx="1188720" cy="27432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LIVE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3785616"/>
            <a:ext cx="4206240" cy="43891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378561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Make.com Credits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680960" y="3867912"/>
            <a:ext cx="1188720" cy="274320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0" y="38679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NEEDS $9/mo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</a:rPr>
              <a:t>FUTURE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just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beginning.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65760" y="2240280"/>
            <a:ext cx="2651760" cy="25603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240280"/>
            <a:ext cx="26517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77440"/>
            <a:ext cx="822960" cy="274320"/>
          </a:xfrm>
          <a:prstGeom prst="rect">
            <a:avLst>
              <a:gd name="adj" fmla="val 16667"/>
            </a:avLst>
          </a:prstGeom>
          <a:solidFill>
            <a:srgbClr val="D4A843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PHASE 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7980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Custom domain: fortunejobsai.com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3467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Upgrade Make.com ($9/mo)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950208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8953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User login via Supabase Auth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2240280"/>
            <a:ext cx="2651760" cy="25603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240280"/>
            <a:ext cx="26517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Shape 15"/>
          <p:cNvSpPr/>
          <p:nvPr/>
        </p:nvSpPr>
        <p:spPr>
          <a:xfrm>
            <a:off x="3383280" y="2377440"/>
            <a:ext cx="822960" cy="274320"/>
          </a:xfrm>
          <a:prstGeom prst="rect">
            <a:avLst>
              <a:gd name="adj" fmla="val 16667"/>
            </a:avLst>
          </a:prstGeom>
          <a:solidFill>
            <a:srgbClr val="D4A843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PHASE 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83280" y="2852928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3584448" y="27980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Resume PDF upload + Claude parsing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83280" y="3401568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3584448" y="33467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Multiple matches per search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3950208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3584448" y="38953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Email job alerts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2240280"/>
            <a:ext cx="2651760" cy="25603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240280"/>
            <a:ext cx="26517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2377440"/>
            <a:ext cx="822960" cy="274320"/>
          </a:xfrm>
          <a:prstGeom prst="rect">
            <a:avLst>
              <a:gd name="adj" fmla="val 16667"/>
            </a:avLst>
          </a:prstGeom>
          <a:solidFill>
            <a:srgbClr val="D4A843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PHASE 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17920" y="2852928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6419088" y="27980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Mobile app launch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3401568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2" name="Text 30"/>
          <p:cNvSpPr/>
          <p:nvPr/>
        </p:nvSpPr>
        <p:spPr>
          <a:xfrm>
            <a:off x="6419088" y="33467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Premium subscriptions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3950208"/>
            <a:ext cx="128016" cy="12801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4" name="Text 32"/>
          <p:cNvSpPr/>
          <p:nvPr/>
        </p:nvSpPr>
        <p:spPr>
          <a:xfrm>
            <a:off x="6419088" y="38953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Company partnerships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D4A84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D4A843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solo founder. Zero coding experience.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powerful AI platform.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Fortune Jobs AI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is live, real, and growing.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fortunejobsai.framer.ai  ·  github.com/antonyfranklin29/Fortune-Jobs-Ai  ·  Built by Franklin Antony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Fortune Jobs AI — Pitch Deck</dc:title>
  <dc:subject>PptxGenJS Presentation</dc:subject>
  <dc:creator>Franklin Antony</dc:creator>
  <cp:lastModifiedBy>Franklin Antony</cp:lastModifiedBy>
  <cp:revision>1</cp:revision>
  <dcterms:created xsi:type="dcterms:W3CDTF">2026-04-05T09:54:42Z</dcterms:created>
  <dcterms:modified xsi:type="dcterms:W3CDTF">2026-04-05T09:54:42Z</dcterms:modified>
</cp:coreProperties>
</file>